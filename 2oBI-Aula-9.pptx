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/>
          <p:cNvSpPr/>
          <p:nvPr/>
        </p:nvSpPr>
        <p:spPr>
          <a:xfrm>
            <a:off x="8604360" y="5805360"/>
            <a:ext cx="56988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1"/>
          <p:cNvSpPr/>
          <p:nvPr/>
        </p:nvSpPr>
        <p:spPr>
          <a:xfrm>
            <a:off x="8604360" y="5805360"/>
            <a:ext cx="56988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636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2920" cy="189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3.º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4.º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5.º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6.º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7.º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2920" cy="189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3.º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4.º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5.º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6.º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7.º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2920" cy="397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3.º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4.º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5.º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6.º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7.º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stomShape 1"/>
          <p:cNvSpPr/>
          <p:nvPr/>
        </p:nvSpPr>
        <p:spPr>
          <a:xfrm>
            <a:off x="8604360" y="5805360"/>
            <a:ext cx="56988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636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2920" cy="397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3.º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4.º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5.º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6.º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7.º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2920" cy="189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3.º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4.º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5.º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6.º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7.º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2920" cy="189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3.º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4.º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5.º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6.º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7.º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ustomShape 1"/>
          <p:cNvSpPr/>
          <p:nvPr/>
        </p:nvSpPr>
        <p:spPr>
          <a:xfrm>
            <a:off x="8604360" y="5805360"/>
            <a:ext cx="56988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636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2920" cy="189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3.º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4.º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5.º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6.º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7.º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2920" cy="189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3.º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4.º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5.º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6.º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7.º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6360" cy="189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3.º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4.º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5.º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6.º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7.º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stomShape 1"/>
          <p:cNvSpPr/>
          <p:nvPr/>
        </p:nvSpPr>
        <p:spPr>
          <a:xfrm>
            <a:off x="8604360" y="5805360"/>
            <a:ext cx="56988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672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6720" cy="397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5.º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6.º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7.º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ustomShape 1"/>
          <p:cNvSpPr/>
          <p:nvPr/>
        </p:nvSpPr>
        <p:spPr>
          <a:xfrm>
            <a:off x="8604360" y="5805360"/>
            <a:ext cx="56988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636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6360" cy="189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3.º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4.º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5.º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6.º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7.º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6360" cy="189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3.º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4.º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5.º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6.º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7.º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ustomShape 1"/>
          <p:cNvSpPr/>
          <p:nvPr/>
        </p:nvSpPr>
        <p:spPr>
          <a:xfrm>
            <a:off x="8604360" y="5805360"/>
            <a:ext cx="56988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636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2920" cy="189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3.º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4.º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5.º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6.º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7.º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2920" cy="189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3.º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4.º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5.º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6.º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7.º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2920" cy="189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3.º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4.º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5.º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6.º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7.º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2920" cy="189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3.º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4.º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5.º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6.º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7.º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ustomShape 1"/>
          <p:cNvSpPr/>
          <p:nvPr/>
        </p:nvSpPr>
        <p:spPr>
          <a:xfrm>
            <a:off x="8604360" y="5805360"/>
            <a:ext cx="56988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636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6720" cy="189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3.º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4.º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5.º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6.º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7.º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6720" cy="189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3.º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4.º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5.º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6.º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7.º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6720" cy="189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3.º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4.º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5.º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6.º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7.º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6720" cy="189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3.º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4.º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5.º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6.º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7.º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6720" cy="189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3.º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4.º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5.º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6.º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7.º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6720" cy="189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3.º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4.º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5.º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6.º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7.º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ustomShape 1"/>
          <p:cNvSpPr/>
          <p:nvPr/>
        </p:nvSpPr>
        <p:spPr>
          <a:xfrm>
            <a:off x="8604360" y="5805360"/>
            <a:ext cx="56988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636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6720" cy="397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5.º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6.º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7.º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/>
          <p:cNvSpPr/>
          <p:nvPr/>
        </p:nvSpPr>
        <p:spPr>
          <a:xfrm>
            <a:off x="8604360" y="5805360"/>
            <a:ext cx="56988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636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6360" cy="397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3.º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4.º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5.º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6.º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7.º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CustomShape 1"/>
          <p:cNvSpPr/>
          <p:nvPr/>
        </p:nvSpPr>
        <p:spPr>
          <a:xfrm>
            <a:off x="8604360" y="5805360"/>
            <a:ext cx="56988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636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2920" cy="397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3.º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4.º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5.º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6.º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7.º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2920" cy="397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3.º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4.º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5.º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6.º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7.º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ustomShape 1"/>
          <p:cNvSpPr/>
          <p:nvPr/>
        </p:nvSpPr>
        <p:spPr>
          <a:xfrm>
            <a:off x="8604360" y="5805360"/>
            <a:ext cx="56988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636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CustomShape 1"/>
          <p:cNvSpPr/>
          <p:nvPr/>
        </p:nvSpPr>
        <p:spPr>
          <a:xfrm>
            <a:off x="687600" y="2883240"/>
            <a:ext cx="7765920" cy="14634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3200" b="1" u="none" strike="noStrike">
                <a:solidFill>
                  <a:srgbClr val="3366CC"/>
                </a:solidFill>
                <a:effectLst/>
                <a:uFillTx/>
                <a:latin typeface="Arial"/>
                <a:ea typeface="DejaVu Sans"/>
              </a:rPr>
              <a:t>Programação Front-End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CustomShape 2"/>
          <p:cNvSpPr/>
          <p:nvPr/>
        </p:nvSpPr>
        <p:spPr>
          <a:xfrm>
            <a:off x="0" y="5704920"/>
            <a:ext cx="9141120" cy="11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Prof. Flores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jose.flores@unicesumar.edu.br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CustomShape 1"/>
          <p:cNvSpPr/>
          <p:nvPr/>
        </p:nvSpPr>
        <p:spPr>
          <a:xfrm>
            <a:off x="179280" y="1341360"/>
            <a:ext cx="8778600" cy="48895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CustomShape 2"/>
          <p:cNvSpPr/>
          <p:nvPr/>
        </p:nvSpPr>
        <p:spPr>
          <a:xfrm>
            <a:off x="1763640" y="115920"/>
            <a:ext cx="7194600" cy="858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lang="pt-BR" sz="3200" b="1" u="none" strike="noStrike">
                <a:solidFill>
                  <a:srgbClr val="3366CC"/>
                </a:solidFill>
                <a:effectLst/>
                <a:uFillTx/>
                <a:latin typeface="Arial"/>
                <a:ea typeface="DejaVu Sans"/>
              </a:rPr>
              <a:t>Objetivos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CustomShape 3"/>
          <p:cNvSpPr/>
          <p:nvPr/>
        </p:nvSpPr>
        <p:spPr>
          <a:xfrm>
            <a:off x="144000" y="1368000"/>
            <a:ext cx="8850240" cy="539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10520" defTabSz="914400">
              <a:lnSpc>
                <a:spcPct val="100000"/>
              </a:lnSpc>
            </a:pPr>
            <a:r>
              <a:rPr lang="pt-BR" sz="3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Vamos estudar: 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0520" defTabSz="914400">
              <a:lnSpc>
                <a:spcPct val="100000"/>
              </a:lnSpc>
            </a:pP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1640" indent="-320760" defTabSz="91440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Compreender o conceito e a importância da depuração.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1640" indent="-320760" defTabSz="91440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Identificar os principais tipos de erros em TypeScript.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1640" indent="-320760" defTabSz="91440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Utilizar ferramentas e técnicas modernas de depuração.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1640" indent="-320760" defTabSz="91440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Aplicar estratégias práticas para encontrar e corrigir bugs.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1640" indent="-320760" defTabSz="91440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CustomShape 1"/>
          <p:cNvSpPr/>
          <p:nvPr/>
        </p:nvSpPr>
        <p:spPr>
          <a:xfrm>
            <a:off x="179280" y="1341360"/>
            <a:ext cx="8778600" cy="48895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CustomShape 2"/>
          <p:cNvSpPr/>
          <p:nvPr/>
        </p:nvSpPr>
        <p:spPr>
          <a:xfrm>
            <a:off x="1408320" y="115920"/>
            <a:ext cx="7621200" cy="858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3366CC"/>
                </a:solidFill>
                <a:effectLst/>
                <a:uFillTx/>
                <a:latin typeface="Arial"/>
                <a:ea typeface="DejaVu Sans"/>
              </a:rPr>
              <a:t>Depuração de Código com TypeScript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" name=""/>
          <p:cNvPicPr/>
          <p:nvPr/>
        </p:nvPicPr>
        <p:blipFill>
          <a:blip r:embed="rId1"/>
          <a:stretch/>
        </p:blipFill>
        <p:spPr>
          <a:xfrm>
            <a:off x="179280" y="1440000"/>
            <a:ext cx="8778600" cy="522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CustomShape 4"/>
          <p:cNvSpPr/>
          <p:nvPr/>
        </p:nvSpPr>
        <p:spPr>
          <a:xfrm>
            <a:off x="179280" y="1341360"/>
            <a:ext cx="8778600" cy="48895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CustomShape 5"/>
          <p:cNvSpPr/>
          <p:nvPr/>
        </p:nvSpPr>
        <p:spPr>
          <a:xfrm>
            <a:off x="1408320" y="115920"/>
            <a:ext cx="7621200" cy="858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3366CC"/>
                </a:solidFill>
                <a:effectLst/>
                <a:uFillTx/>
                <a:latin typeface="Arial"/>
                <a:ea typeface="DejaVu Sans"/>
              </a:rPr>
              <a:t>Depuração de Código com TypeScript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" name=""/>
          <p:cNvPicPr/>
          <p:nvPr/>
        </p:nvPicPr>
        <p:blipFill>
          <a:blip r:embed="rId1"/>
          <a:stretch/>
        </p:blipFill>
        <p:spPr>
          <a:xfrm>
            <a:off x="180000" y="1341360"/>
            <a:ext cx="6300000" cy="5318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CustomShape 6"/>
          <p:cNvSpPr/>
          <p:nvPr/>
        </p:nvSpPr>
        <p:spPr>
          <a:xfrm>
            <a:off x="179280" y="1341360"/>
            <a:ext cx="8778600" cy="48895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CustomShape 7"/>
          <p:cNvSpPr/>
          <p:nvPr/>
        </p:nvSpPr>
        <p:spPr>
          <a:xfrm>
            <a:off x="1408320" y="115920"/>
            <a:ext cx="7621200" cy="858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3366CC"/>
                </a:solidFill>
                <a:effectLst/>
                <a:uFillTx/>
                <a:latin typeface="Arial"/>
                <a:ea typeface="DejaVu Sans"/>
              </a:rPr>
              <a:t>Depuração de Código com TypeScript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"/>
          <p:cNvPicPr/>
          <p:nvPr/>
        </p:nvPicPr>
        <p:blipFill>
          <a:blip r:embed="rId1"/>
          <a:stretch/>
        </p:blipFill>
        <p:spPr>
          <a:xfrm>
            <a:off x="180000" y="1288800"/>
            <a:ext cx="6120000" cy="5371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CustomShape 8"/>
          <p:cNvSpPr/>
          <p:nvPr/>
        </p:nvSpPr>
        <p:spPr>
          <a:xfrm>
            <a:off x="179280" y="1341360"/>
            <a:ext cx="8778600" cy="48895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CustomShape 9"/>
          <p:cNvSpPr/>
          <p:nvPr/>
        </p:nvSpPr>
        <p:spPr>
          <a:xfrm>
            <a:off x="1408320" y="115920"/>
            <a:ext cx="7621200" cy="858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3366CC"/>
                </a:solidFill>
                <a:effectLst/>
                <a:uFillTx/>
                <a:latin typeface="Arial"/>
                <a:ea typeface="DejaVu Sans"/>
              </a:rPr>
              <a:t>Depuração de Código com TypeScript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"/>
          <p:cNvPicPr/>
          <p:nvPr/>
        </p:nvPicPr>
        <p:blipFill>
          <a:blip r:embed="rId1"/>
          <a:stretch/>
        </p:blipFill>
        <p:spPr>
          <a:xfrm>
            <a:off x="179280" y="1360440"/>
            <a:ext cx="6840720" cy="4939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CustomShape 10"/>
          <p:cNvSpPr/>
          <p:nvPr/>
        </p:nvSpPr>
        <p:spPr>
          <a:xfrm>
            <a:off x="179280" y="1341360"/>
            <a:ext cx="8778600" cy="48895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CustomShape 11"/>
          <p:cNvSpPr/>
          <p:nvPr/>
        </p:nvSpPr>
        <p:spPr>
          <a:xfrm>
            <a:off x="1408320" y="115920"/>
            <a:ext cx="7621200" cy="858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3366CC"/>
                </a:solidFill>
                <a:effectLst/>
                <a:uFillTx/>
                <a:latin typeface="Arial"/>
                <a:ea typeface="DejaVu Sans"/>
              </a:rPr>
              <a:t>Depuração de Código com TypeScript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"/>
          <p:cNvPicPr/>
          <p:nvPr/>
        </p:nvPicPr>
        <p:blipFill>
          <a:blip r:embed="rId1"/>
          <a:stretch/>
        </p:blipFill>
        <p:spPr>
          <a:xfrm>
            <a:off x="224640" y="1242000"/>
            <a:ext cx="7335360" cy="559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CustomShape 12"/>
          <p:cNvSpPr/>
          <p:nvPr/>
        </p:nvSpPr>
        <p:spPr>
          <a:xfrm>
            <a:off x="179280" y="1341360"/>
            <a:ext cx="8778600" cy="48895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CustomShape 13"/>
          <p:cNvSpPr/>
          <p:nvPr/>
        </p:nvSpPr>
        <p:spPr>
          <a:xfrm>
            <a:off x="1408320" y="115920"/>
            <a:ext cx="7621200" cy="858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3366CC"/>
                </a:solidFill>
                <a:effectLst/>
                <a:uFillTx/>
                <a:latin typeface="Arial"/>
                <a:ea typeface="DejaVu Sans"/>
              </a:rPr>
              <a:t>Depuração de Código com TypeScript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"/>
          <p:cNvPicPr/>
          <p:nvPr/>
        </p:nvPicPr>
        <p:blipFill>
          <a:blip r:embed="rId1"/>
          <a:stretch/>
        </p:blipFill>
        <p:spPr>
          <a:xfrm>
            <a:off x="0" y="1260000"/>
            <a:ext cx="7020000" cy="558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CustomShape 14"/>
          <p:cNvSpPr/>
          <p:nvPr/>
        </p:nvSpPr>
        <p:spPr>
          <a:xfrm>
            <a:off x="179280" y="1341360"/>
            <a:ext cx="8778600" cy="48895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CustomShape 15"/>
          <p:cNvSpPr/>
          <p:nvPr/>
        </p:nvSpPr>
        <p:spPr>
          <a:xfrm>
            <a:off x="1408320" y="115920"/>
            <a:ext cx="7621200" cy="858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3366CC"/>
                </a:solidFill>
                <a:effectLst/>
                <a:uFillTx/>
                <a:latin typeface="Arial"/>
                <a:ea typeface="DejaVu Sans"/>
              </a:rPr>
              <a:t>Depuração de Código com TypeScript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"/>
          <p:cNvPicPr/>
          <p:nvPr/>
        </p:nvPicPr>
        <p:blipFill>
          <a:blip r:embed="rId1"/>
          <a:stretch/>
        </p:blipFill>
        <p:spPr>
          <a:xfrm>
            <a:off x="179280" y="1440000"/>
            <a:ext cx="8640720" cy="522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CustomShape 16"/>
          <p:cNvSpPr/>
          <p:nvPr/>
        </p:nvSpPr>
        <p:spPr>
          <a:xfrm>
            <a:off x="179280" y="1341360"/>
            <a:ext cx="8778600" cy="48895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CustomShape 17"/>
          <p:cNvSpPr/>
          <p:nvPr/>
        </p:nvSpPr>
        <p:spPr>
          <a:xfrm>
            <a:off x="1408320" y="115920"/>
            <a:ext cx="7621200" cy="858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3366CC"/>
                </a:solidFill>
                <a:effectLst/>
                <a:uFillTx/>
                <a:latin typeface="Arial"/>
                <a:ea typeface="DejaVu Sans"/>
              </a:rPr>
              <a:t>Depuração de Código com TypeScript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" name=""/>
          <p:cNvPicPr/>
          <p:nvPr/>
        </p:nvPicPr>
        <p:blipFill>
          <a:blip r:embed="rId1"/>
          <a:stretch/>
        </p:blipFill>
        <p:spPr>
          <a:xfrm>
            <a:off x="179280" y="1305720"/>
            <a:ext cx="7506000" cy="5534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CustomShape 18"/>
          <p:cNvSpPr/>
          <p:nvPr/>
        </p:nvSpPr>
        <p:spPr>
          <a:xfrm>
            <a:off x="179280" y="1341360"/>
            <a:ext cx="8778600" cy="48895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CustomShape 19"/>
          <p:cNvSpPr/>
          <p:nvPr/>
        </p:nvSpPr>
        <p:spPr>
          <a:xfrm>
            <a:off x="1408320" y="115920"/>
            <a:ext cx="7621200" cy="858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3366CC"/>
                </a:solidFill>
                <a:effectLst/>
                <a:uFillTx/>
                <a:latin typeface="Arial"/>
                <a:ea typeface="DejaVu Sans"/>
              </a:rPr>
              <a:t>Depuração de Código com TypeScript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179280" y="1341360"/>
            <a:ext cx="5580720" cy="540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"/>
          <p:cNvSpPr txBox="1"/>
          <p:nvPr/>
        </p:nvSpPr>
        <p:spPr>
          <a:xfrm>
            <a:off x="2179800" y="3590640"/>
            <a:ext cx="4838040" cy="54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pt-BR" sz="3200" b="1" u="none" strike="noStrike">
                <a:solidFill>
                  <a:srgbClr val="3366CC"/>
                </a:solidFill>
                <a:effectLst/>
                <a:uFillTx/>
                <a:latin typeface="Arial"/>
                <a:ea typeface="DejaVu Sans"/>
              </a:rPr>
              <a:t>Parte Prática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CustomShape 20"/>
          <p:cNvSpPr/>
          <p:nvPr/>
        </p:nvSpPr>
        <p:spPr>
          <a:xfrm>
            <a:off x="1408320" y="116280"/>
            <a:ext cx="7621200" cy="8586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3366CC"/>
                </a:solidFill>
                <a:effectLst/>
                <a:uFillTx/>
                <a:latin typeface="Arial"/>
                <a:ea typeface="DejaVu Sans"/>
              </a:rPr>
              <a:t>Depuração de Código com TypeScript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Novo padrão 2013</Template>
  <TotalTime>306</TotalTime>
  <Application>LibreOffice/26.2.3.2$Windows_X86_64 LibreOffice_project/70e089b17412e4cb7773e41413306b17a2328c34</Application>
  <AppVersion>15.0000</AppVersion>
  <Words>410</Words>
  <Paragraphs>95</Paragraphs>
  <Company>Home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2013-04-19T18:38:04Z</dcterms:created>
  <dc:creator>Cliente</dc:creator>
  <dc:description/>
  <dc:language>pt-BR</dc:language>
  <cp:lastModifiedBy/>
  <dcterms:modified xsi:type="dcterms:W3CDTF">2026-06-12T16:38:10Z</dcterms:modified>
  <cp:revision>185</cp:revision>
  <dc:subject/>
  <dc:title>Slide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0</vt:bool>
  </property>
  <property fmtid="{D5CDD505-2E9C-101B-9397-08002B2CF9AE}" pid="4" name="LinksUpToDate">
    <vt:bool>0</vt:bool>
  </property>
  <property fmtid="{D5CDD505-2E9C-101B-9397-08002B2CF9AE}" pid="5" name="MMClips">
    <vt:i4>0</vt:i4>
  </property>
  <property fmtid="{D5CDD505-2E9C-101B-9397-08002B2CF9AE}" pid="6" name="Notes">
    <vt:i4>11</vt:i4>
  </property>
  <property fmtid="{D5CDD505-2E9C-101B-9397-08002B2CF9AE}" pid="7" name="PresentationFormat">
    <vt:lpwstr>Apresentação na tela (4:3)</vt:lpwstr>
  </property>
  <property fmtid="{D5CDD505-2E9C-101B-9397-08002B2CF9AE}" pid="8" name="ScaleCrop">
    <vt:bool>0</vt:bool>
  </property>
  <property fmtid="{D5CDD505-2E9C-101B-9397-08002B2CF9AE}" pid="9" name="ShareDoc">
    <vt:bool>0</vt:bool>
  </property>
  <property fmtid="{D5CDD505-2E9C-101B-9397-08002B2CF9AE}" pid="10" name="Slides">
    <vt:i4>27</vt:i4>
  </property>
</Properties>
</file>